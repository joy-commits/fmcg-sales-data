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9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38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FMCG SALES DATA PIPELINE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02920" cy="3657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991356"/>
            <a:ext cx="3131820" cy="475488"/>
          </a:xfrm>
          <a:prstGeom prst="roundRect">
            <a:avLst>
              <a:gd name="adj" fmla="val 48889"/>
            </a:avLst>
          </a:prstGeom>
          <a:solidFill>
            <a:srgbClr val="1B6B3C"/>
          </a:solidFill>
          <a:ln w="9525">
            <a:solidFill>
              <a:srgbClr val="CFE9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25008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UFUOMA EJITE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4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r>
              <a:rPr lang="en-US" sz="2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architecture</a:t>
            </a:r>
            <a:endParaRPr lang="en-US" sz="2800" dirty="0"/>
          </a:p>
        </p:txBody>
      </p:sp>
      <p:sp>
        <p:nvSpPr>
          <p:cNvPr id="20" name="Shape 14"/>
          <p:cNvSpPr/>
          <p:nvPr/>
        </p:nvSpPr>
        <p:spPr>
          <a:xfrm>
            <a:off x="548640" y="330591"/>
            <a:ext cx="10881360" cy="18288"/>
          </a:xfrm>
          <a:prstGeom prst="rect">
            <a:avLst/>
          </a:prstGeom>
          <a:solidFill>
            <a:srgbClr val="1B6B3C"/>
          </a:solidFill>
          <a:ln/>
        </p:spPr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712" y="1195754"/>
            <a:ext cx="5869865" cy="55068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0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1F2A24"/>
                </a:solidFill>
                <a:latin typeface="Cambria" pitchFamily="34" charset="0"/>
                <a:ea typeface="Cambria" pitchFamily="34" charset="-122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9010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91270"/>
            <a:ext cx="502920" cy="502920"/>
          </a:xfrm>
          <a:prstGeom prst="ellipse">
            <a:avLst/>
          </a:prstGeom>
          <a:solidFill>
            <a:srgbClr val="1B6B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1808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063254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4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Vegetable Oil generated the highest revenue in 2025 (₦30.83M).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4166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242830"/>
            <a:ext cx="502920" cy="502920"/>
          </a:xfrm>
          <a:prstGeom prst="ellipse">
            <a:avLst/>
          </a:prstGeom>
          <a:solidFill>
            <a:srgbClr val="1B6B3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232404"/>
            <a:ext cx="292608" cy="29260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" y="309322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294390"/>
            <a:ext cx="502920" cy="50292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19" name="Shape 14"/>
          <p:cNvSpPr/>
          <p:nvPr/>
        </p:nvSpPr>
        <p:spPr>
          <a:xfrm>
            <a:off x="548640" y="418975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390920"/>
            <a:ext cx="502920" cy="50292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25" name="Shape 14"/>
          <p:cNvSpPr/>
          <p:nvPr/>
        </p:nvSpPr>
        <p:spPr>
          <a:xfrm>
            <a:off x="548640" y="5305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/>
        </p:spPr>
      </p:sp>
      <p:sp>
        <p:nvSpPr>
          <p:cNvPr id="26" name="Shape 15"/>
          <p:cNvSpPr/>
          <p:nvPr/>
        </p:nvSpPr>
        <p:spPr>
          <a:xfrm>
            <a:off x="777240" y="5506490"/>
            <a:ext cx="502920" cy="502920"/>
          </a:xfrm>
          <a:prstGeom prst="ellipse">
            <a:avLst/>
          </a:prstGeom>
          <a:solidFill>
            <a:srgbClr val="1B6B3C"/>
          </a:solidFill>
          <a:ln/>
        </p:spPr>
      </p:sp>
      <p:sp>
        <p:nvSpPr>
          <p:cNvPr id="29" name="Text 4"/>
          <p:cNvSpPr/>
          <p:nvPr/>
        </p:nvSpPr>
        <p:spPr>
          <a:xfrm>
            <a:off x="1508760" y="2178822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4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Musa Ibrahim achieved the highest average sales target performance (108.33%).</a:t>
            </a:r>
            <a:endParaRPr lang="en-US" sz="1400" dirty="0"/>
          </a:p>
        </p:txBody>
      </p:sp>
      <p:sp>
        <p:nvSpPr>
          <p:cNvPr id="30" name="Text 4"/>
          <p:cNvSpPr/>
          <p:nvPr/>
        </p:nvSpPr>
        <p:spPr>
          <a:xfrm>
            <a:off x="1508760" y="3232404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4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Kano Wholesale Hub had the highest return rate (12.84%), indicating an area for further investigation.</a:t>
            </a:r>
            <a:endParaRPr lang="en-US" sz="1400" dirty="0"/>
          </a:p>
        </p:txBody>
      </p:sp>
      <p:sp>
        <p:nvSpPr>
          <p:cNvPr id="31" name="Text 4"/>
          <p:cNvSpPr/>
          <p:nvPr/>
        </p:nvSpPr>
        <p:spPr>
          <a:xfrm>
            <a:off x="1508760" y="4253760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4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Cereals and Dairy showed the strongest revenue trend across the period.</a:t>
            </a:r>
            <a:endParaRPr lang="en-US" sz="1400" dirty="0"/>
          </a:p>
        </p:txBody>
      </p:sp>
      <p:sp>
        <p:nvSpPr>
          <p:cNvPr id="32" name="Text 4"/>
          <p:cNvSpPr/>
          <p:nvPr/>
        </p:nvSpPr>
        <p:spPr>
          <a:xfrm>
            <a:off x="1508760" y="5369330"/>
            <a:ext cx="9738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E40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 region recorded the highest month-over-month revenue growth in Q3 2025 (53.34%).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</a:t>
            </a:r>
            <a:r>
              <a:rPr lang="en-US" sz="3000" b="1" dirty="0" smtClean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6846"/>
            <a:ext cx="10881360" cy="4469317"/>
          </a:xfrm>
          <a:prstGeom prst="roundRect">
            <a:avLst>
              <a:gd name="adj" fmla="val 8000"/>
            </a:avLst>
          </a:prstGeom>
          <a:solidFill>
            <a:srgbClr val="0E402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332720" cy="321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high product return rate at Kano Wholesale Hub to identify the root cause and reduce revenue losses, while using the sales strategies of top-performing products and salespersons to improve performance in other </a:t>
            </a:r>
            <a:r>
              <a:rPr lang="en-US" sz="1900" b="1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121</Words>
  <Application>Microsoft Office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NovaVita Africa - Capstone Proposal</dc:title>
  <dc:subject>PptxGenJS Presentation</dc:subject>
  <dc:creator>NovaVita Africa</dc:creator>
  <cp:lastModifiedBy>Ufuoma E</cp:lastModifiedBy>
  <cp:revision>4</cp:revision>
  <dcterms:created xsi:type="dcterms:W3CDTF">2026-06-20T08:46:39Z</dcterms:created>
  <dcterms:modified xsi:type="dcterms:W3CDTF">2026-07-07T02:17:20Z</dcterms:modified>
</cp:coreProperties>
</file>